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0" r:id="rId1"/>
    <p:sldMasterId id="2147483749" r:id="rId2"/>
  </p:sldMasterIdLst>
  <p:notesMasterIdLst>
    <p:notesMasterId r:id="rId9"/>
  </p:notesMasterIdLst>
  <p:handoutMasterIdLst>
    <p:handoutMasterId r:id="rId10"/>
  </p:handoutMasterIdLst>
  <p:sldIdLst>
    <p:sldId id="342" r:id="rId3"/>
    <p:sldId id="346" r:id="rId4"/>
    <p:sldId id="349" r:id="rId5"/>
    <p:sldId id="350" r:id="rId6"/>
    <p:sldId id="348" r:id="rId7"/>
    <p:sldId id="34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87F"/>
    <a:srgbClr val="BFD7B7"/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718" autoAdjust="0"/>
  </p:normalViewPr>
  <p:slideViewPr>
    <p:cSldViewPr snapToGrid="0">
      <p:cViewPr>
        <p:scale>
          <a:sx n="63" d="100"/>
          <a:sy n="63" d="100"/>
        </p:scale>
        <p:origin x="8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2136" y="8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B44989-9880-7BFC-1905-49334F9BBD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74032-58EF-C040-0A3D-322AD61313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C8F8E-0FDC-49F5-9A95-E0E67DCCDA60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518EC-FE4D-8911-70EC-317902D751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2ED7E-64F2-BF0C-5AEC-B8A08038C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7C6F3-95B7-4E4F-B25B-A6352C65F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164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314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346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768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92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68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9720" y="329681"/>
            <a:ext cx="7315200" cy="2367799"/>
          </a:xfrm>
        </p:spPr>
        <p:txBody>
          <a:bodyPr anchor="b"/>
          <a:lstStyle>
            <a:lvl1pPr algn="ctr">
              <a:defRPr sz="7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9720" y="2836629"/>
            <a:ext cx="7315200" cy="1347307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0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15601" cy="1011729"/>
          </a:xfrm>
        </p:spPr>
        <p:txBody>
          <a:bodyPr/>
          <a:lstStyle>
            <a:lvl1pPr algn="l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884"/>
            <a:ext cx="10515600" cy="478943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AA432-EC92-2D68-0D3B-AB106B13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15601" cy="1011729"/>
          </a:xfrm>
        </p:spPr>
        <p:txBody>
          <a:bodyPr/>
          <a:lstStyle>
            <a:lvl1pPr algn="l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92029-AA60-9865-BEBC-8B541754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884"/>
            <a:ext cx="10515600" cy="478943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4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0486"/>
            <a:ext cx="8649614" cy="1374769"/>
          </a:xfrm>
        </p:spPr>
        <p:txBody>
          <a:bodyPr anchor="b"/>
          <a:lstStyle>
            <a:lvl1pPr algn="l">
              <a:defRPr sz="60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281052"/>
            <a:ext cx="8649614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0824"/>
            <a:ext cx="6206338" cy="2832384"/>
          </a:xfrm>
        </p:spPr>
        <p:txBody>
          <a:bodyPr anchor="b"/>
          <a:lstStyle>
            <a:lvl1pPr algn="l">
              <a:defRPr sz="60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3394276"/>
            <a:ext cx="6206338" cy="98567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30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7" y="892196"/>
            <a:ext cx="7317653" cy="1869365"/>
          </a:xfrm>
        </p:spPr>
        <p:txBody>
          <a:bodyPr anchor="b"/>
          <a:lstStyle>
            <a:lvl1pPr algn="l">
              <a:defRPr sz="60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870153"/>
            <a:ext cx="7337191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020300" y="3562639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52000" y="507934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52000" y="5306676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52000" y="5534009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 smtClean="0"/>
              <a:t>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DF4565-D33D-A306-21F0-50366924FC81}"/>
              </a:ext>
            </a:extLst>
          </p:cNvPr>
          <p:cNvSpPr/>
          <p:nvPr userDrawn="1"/>
        </p:nvSpPr>
        <p:spPr>
          <a:xfrm>
            <a:off x="838199" y="1830763"/>
            <a:ext cx="894312" cy="17411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69E192-7B80-473D-F686-B41811667510}"/>
              </a:ext>
            </a:extLst>
          </p:cNvPr>
          <p:cNvSpPr/>
          <p:nvPr userDrawn="1"/>
        </p:nvSpPr>
        <p:spPr>
          <a:xfrm>
            <a:off x="838199" y="1830763"/>
            <a:ext cx="894312" cy="1551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F13BA20-6BDD-4902-7B9C-908E07D53C81}"/>
              </a:ext>
            </a:extLst>
          </p:cNvPr>
          <p:cNvSpPr/>
          <p:nvPr userDrawn="1"/>
        </p:nvSpPr>
        <p:spPr>
          <a:xfrm>
            <a:off x="838199" y="1830763"/>
            <a:ext cx="894312" cy="1361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1547BBE-6C56-50EF-B671-C46A2689211C}"/>
              </a:ext>
            </a:extLst>
          </p:cNvPr>
          <p:cNvSpPr/>
          <p:nvPr userDrawn="1"/>
        </p:nvSpPr>
        <p:spPr>
          <a:xfrm>
            <a:off x="838199" y="1830763"/>
            <a:ext cx="894312" cy="1171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C9F0641-7CD2-FE64-AFFB-D26E9CA6959D}"/>
              </a:ext>
            </a:extLst>
          </p:cNvPr>
          <p:cNvSpPr/>
          <p:nvPr userDrawn="1"/>
        </p:nvSpPr>
        <p:spPr>
          <a:xfrm>
            <a:off x="838199" y="1830763"/>
            <a:ext cx="894312" cy="98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4D7F1CD-F5FD-492E-7B9B-C2105E4029A7}"/>
              </a:ext>
            </a:extLst>
          </p:cNvPr>
          <p:cNvSpPr/>
          <p:nvPr userDrawn="1"/>
        </p:nvSpPr>
        <p:spPr>
          <a:xfrm>
            <a:off x="838200" y="1830763"/>
            <a:ext cx="894312" cy="7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2C5E79-9621-7AB7-DAA8-70B4221237A1}"/>
              </a:ext>
            </a:extLst>
          </p:cNvPr>
          <p:cNvSpPr/>
          <p:nvPr userDrawn="1"/>
        </p:nvSpPr>
        <p:spPr>
          <a:xfrm>
            <a:off x="1907231" y="1830763"/>
            <a:ext cx="894312" cy="174112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4068-51B0-E1FB-849D-682ECBAEF69E}"/>
              </a:ext>
            </a:extLst>
          </p:cNvPr>
          <p:cNvSpPr/>
          <p:nvPr userDrawn="1"/>
        </p:nvSpPr>
        <p:spPr>
          <a:xfrm>
            <a:off x="1907231" y="1830763"/>
            <a:ext cx="894312" cy="1551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CEBD121-9DEC-9F52-0355-08DA623EC1EB}"/>
              </a:ext>
            </a:extLst>
          </p:cNvPr>
          <p:cNvSpPr/>
          <p:nvPr userDrawn="1"/>
        </p:nvSpPr>
        <p:spPr>
          <a:xfrm>
            <a:off x="1907231" y="1830763"/>
            <a:ext cx="894312" cy="1361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2AE3AD4-2A5E-93B5-0F3D-04C559D1184D}"/>
              </a:ext>
            </a:extLst>
          </p:cNvPr>
          <p:cNvSpPr/>
          <p:nvPr userDrawn="1"/>
        </p:nvSpPr>
        <p:spPr>
          <a:xfrm>
            <a:off x="1907231" y="1830763"/>
            <a:ext cx="894312" cy="11716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D82BFD4-5D99-2D9D-38CA-A6B02D2B8885}"/>
              </a:ext>
            </a:extLst>
          </p:cNvPr>
          <p:cNvSpPr/>
          <p:nvPr userDrawn="1"/>
        </p:nvSpPr>
        <p:spPr>
          <a:xfrm>
            <a:off x="1907231" y="1830763"/>
            <a:ext cx="894312" cy="98184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DC74EB0-E2AB-891D-7114-2E358F24A045}"/>
              </a:ext>
            </a:extLst>
          </p:cNvPr>
          <p:cNvSpPr/>
          <p:nvPr userDrawn="1"/>
        </p:nvSpPr>
        <p:spPr>
          <a:xfrm>
            <a:off x="1907232" y="1830763"/>
            <a:ext cx="894312" cy="788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F7D5AF5-22EA-A760-1B94-302752EA528E}"/>
              </a:ext>
            </a:extLst>
          </p:cNvPr>
          <p:cNvSpPr/>
          <p:nvPr userDrawn="1"/>
        </p:nvSpPr>
        <p:spPr>
          <a:xfrm>
            <a:off x="2976263" y="1830763"/>
            <a:ext cx="894312" cy="174112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2C390A5-3793-7FE7-02C5-8FFD543DB702}"/>
              </a:ext>
            </a:extLst>
          </p:cNvPr>
          <p:cNvSpPr/>
          <p:nvPr userDrawn="1"/>
        </p:nvSpPr>
        <p:spPr>
          <a:xfrm>
            <a:off x="2976263" y="1830763"/>
            <a:ext cx="894312" cy="155130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A863125-8055-302D-FCF7-620064EA0604}"/>
              </a:ext>
            </a:extLst>
          </p:cNvPr>
          <p:cNvSpPr/>
          <p:nvPr userDrawn="1"/>
        </p:nvSpPr>
        <p:spPr>
          <a:xfrm>
            <a:off x="2976263" y="1830763"/>
            <a:ext cx="894312" cy="13614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3DCFC35-A240-71E3-8E39-90138B63D177}"/>
              </a:ext>
            </a:extLst>
          </p:cNvPr>
          <p:cNvSpPr/>
          <p:nvPr userDrawn="1"/>
        </p:nvSpPr>
        <p:spPr>
          <a:xfrm>
            <a:off x="2976263" y="1830763"/>
            <a:ext cx="894312" cy="11716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54578E0-7E86-490A-8AF3-E520CF038BE1}"/>
              </a:ext>
            </a:extLst>
          </p:cNvPr>
          <p:cNvSpPr/>
          <p:nvPr userDrawn="1"/>
        </p:nvSpPr>
        <p:spPr>
          <a:xfrm>
            <a:off x="2976263" y="1830763"/>
            <a:ext cx="894312" cy="981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62E9E60-53E6-273F-57C0-BA97F8C88662}"/>
              </a:ext>
            </a:extLst>
          </p:cNvPr>
          <p:cNvSpPr/>
          <p:nvPr userDrawn="1"/>
        </p:nvSpPr>
        <p:spPr>
          <a:xfrm>
            <a:off x="2976264" y="1830763"/>
            <a:ext cx="894312" cy="788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69BE360-CF91-030B-46C5-6DE015E8A4E1}"/>
              </a:ext>
            </a:extLst>
          </p:cNvPr>
          <p:cNvSpPr/>
          <p:nvPr userDrawn="1"/>
        </p:nvSpPr>
        <p:spPr>
          <a:xfrm>
            <a:off x="4045295" y="1830763"/>
            <a:ext cx="894312" cy="174112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6128311-9A2C-3684-8EA1-E60C7CC0AEE3}"/>
              </a:ext>
            </a:extLst>
          </p:cNvPr>
          <p:cNvSpPr/>
          <p:nvPr userDrawn="1"/>
        </p:nvSpPr>
        <p:spPr>
          <a:xfrm>
            <a:off x="4045295" y="1830763"/>
            <a:ext cx="894312" cy="155130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CA1286-B3F5-BA25-94FA-D5503F720963}"/>
              </a:ext>
            </a:extLst>
          </p:cNvPr>
          <p:cNvSpPr/>
          <p:nvPr userDrawn="1"/>
        </p:nvSpPr>
        <p:spPr>
          <a:xfrm>
            <a:off x="4045295" y="1830763"/>
            <a:ext cx="894312" cy="1361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FF2A871-48BE-1A64-240A-8CC8E90710EA}"/>
              </a:ext>
            </a:extLst>
          </p:cNvPr>
          <p:cNvSpPr/>
          <p:nvPr userDrawn="1"/>
        </p:nvSpPr>
        <p:spPr>
          <a:xfrm>
            <a:off x="4045295" y="1830763"/>
            <a:ext cx="894312" cy="117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6886C31-1C8A-4FC1-2C59-4B02CF60DE9E}"/>
              </a:ext>
            </a:extLst>
          </p:cNvPr>
          <p:cNvSpPr/>
          <p:nvPr userDrawn="1"/>
        </p:nvSpPr>
        <p:spPr>
          <a:xfrm>
            <a:off x="4045295" y="1830763"/>
            <a:ext cx="894312" cy="981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9745F0C-E7B2-8B94-E57F-1272739DE3BA}"/>
              </a:ext>
            </a:extLst>
          </p:cNvPr>
          <p:cNvSpPr/>
          <p:nvPr userDrawn="1"/>
        </p:nvSpPr>
        <p:spPr>
          <a:xfrm>
            <a:off x="4045296" y="1830763"/>
            <a:ext cx="894312" cy="788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A67F651-352C-E3C4-A177-ADFDC1706526}"/>
              </a:ext>
            </a:extLst>
          </p:cNvPr>
          <p:cNvSpPr/>
          <p:nvPr userDrawn="1"/>
        </p:nvSpPr>
        <p:spPr>
          <a:xfrm>
            <a:off x="5114327" y="1830763"/>
            <a:ext cx="894312" cy="17411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E1A3657-1134-C6D9-0358-2CECBEE790C1}"/>
              </a:ext>
            </a:extLst>
          </p:cNvPr>
          <p:cNvSpPr/>
          <p:nvPr userDrawn="1"/>
        </p:nvSpPr>
        <p:spPr>
          <a:xfrm>
            <a:off x="5114327" y="1830763"/>
            <a:ext cx="894312" cy="15513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F2EF358-A232-B602-33E0-63CC4E67D796}"/>
              </a:ext>
            </a:extLst>
          </p:cNvPr>
          <p:cNvSpPr/>
          <p:nvPr userDrawn="1"/>
        </p:nvSpPr>
        <p:spPr>
          <a:xfrm>
            <a:off x="5114327" y="1830763"/>
            <a:ext cx="894312" cy="1361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E309E07-50A7-2688-BA30-C2D04C314CC0}"/>
              </a:ext>
            </a:extLst>
          </p:cNvPr>
          <p:cNvSpPr/>
          <p:nvPr userDrawn="1"/>
        </p:nvSpPr>
        <p:spPr>
          <a:xfrm>
            <a:off x="5114327" y="1830763"/>
            <a:ext cx="894312" cy="1171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895D00C-BEAF-36EB-0122-BC6E3F557443}"/>
              </a:ext>
            </a:extLst>
          </p:cNvPr>
          <p:cNvSpPr/>
          <p:nvPr userDrawn="1"/>
        </p:nvSpPr>
        <p:spPr>
          <a:xfrm>
            <a:off x="5114327" y="1830763"/>
            <a:ext cx="894312" cy="981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72E5B6D-2D20-B3BE-DC10-3BF31240BCAF}"/>
              </a:ext>
            </a:extLst>
          </p:cNvPr>
          <p:cNvSpPr/>
          <p:nvPr userDrawn="1"/>
        </p:nvSpPr>
        <p:spPr>
          <a:xfrm>
            <a:off x="5114328" y="1830763"/>
            <a:ext cx="894312" cy="7882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DC48444-97EE-3FF9-6B8C-243749166CA6}"/>
              </a:ext>
            </a:extLst>
          </p:cNvPr>
          <p:cNvSpPr/>
          <p:nvPr userDrawn="1"/>
        </p:nvSpPr>
        <p:spPr>
          <a:xfrm>
            <a:off x="6183359" y="1830763"/>
            <a:ext cx="894312" cy="17411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C80BE82-8D7F-7649-6B10-BBEF096AED1F}"/>
              </a:ext>
            </a:extLst>
          </p:cNvPr>
          <p:cNvSpPr/>
          <p:nvPr userDrawn="1"/>
        </p:nvSpPr>
        <p:spPr>
          <a:xfrm>
            <a:off x="6183359" y="1830763"/>
            <a:ext cx="894312" cy="15513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D20E77D-C4A7-EB75-6B06-27F124A1267E}"/>
              </a:ext>
            </a:extLst>
          </p:cNvPr>
          <p:cNvSpPr/>
          <p:nvPr userDrawn="1"/>
        </p:nvSpPr>
        <p:spPr>
          <a:xfrm>
            <a:off x="6183359" y="1830763"/>
            <a:ext cx="894312" cy="13614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0EED92B-CF51-B59E-B2ED-648B4E7D6A02}"/>
              </a:ext>
            </a:extLst>
          </p:cNvPr>
          <p:cNvSpPr/>
          <p:nvPr userDrawn="1"/>
        </p:nvSpPr>
        <p:spPr>
          <a:xfrm>
            <a:off x="6183359" y="1830763"/>
            <a:ext cx="894312" cy="11716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821FD5C-151C-B21F-CB3F-79243EA5FB0E}"/>
              </a:ext>
            </a:extLst>
          </p:cNvPr>
          <p:cNvSpPr/>
          <p:nvPr userDrawn="1"/>
        </p:nvSpPr>
        <p:spPr>
          <a:xfrm>
            <a:off x="6183359" y="1830763"/>
            <a:ext cx="894312" cy="981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8B18BCA-3C4D-6D29-FF21-40C90D342819}"/>
              </a:ext>
            </a:extLst>
          </p:cNvPr>
          <p:cNvSpPr/>
          <p:nvPr userDrawn="1"/>
        </p:nvSpPr>
        <p:spPr>
          <a:xfrm>
            <a:off x="6183360" y="1830763"/>
            <a:ext cx="894312" cy="788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AEC115-04EB-05BE-17FD-625915CFBE51}"/>
              </a:ext>
            </a:extLst>
          </p:cNvPr>
          <p:cNvSpPr/>
          <p:nvPr userDrawn="1"/>
        </p:nvSpPr>
        <p:spPr>
          <a:xfrm>
            <a:off x="7252391" y="1830763"/>
            <a:ext cx="894312" cy="174112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AF5B6A4-C4B9-A58E-C12E-DDF82C669E59}"/>
              </a:ext>
            </a:extLst>
          </p:cNvPr>
          <p:cNvSpPr/>
          <p:nvPr userDrawn="1"/>
        </p:nvSpPr>
        <p:spPr>
          <a:xfrm>
            <a:off x="7252391" y="1830763"/>
            <a:ext cx="894312" cy="15513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E47AFA9-FDA5-0E49-76C2-4A4C08E9982F}"/>
              </a:ext>
            </a:extLst>
          </p:cNvPr>
          <p:cNvSpPr/>
          <p:nvPr userDrawn="1"/>
        </p:nvSpPr>
        <p:spPr>
          <a:xfrm>
            <a:off x="7252391" y="1830763"/>
            <a:ext cx="894312" cy="13614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42FEA66-892B-2A37-43B2-34A6913FB81D}"/>
              </a:ext>
            </a:extLst>
          </p:cNvPr>
          <p:cNvSpPr/>
          <p:nvPr userDrawn="1"/>
        </p:nvSpPr>
        <p:spPr>
          <a:xfrm>
            <a:off x="7252391" y="1830763"/>
            <a:ext cx="894312" cy="11716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32AEEB3-D52F-2BC7-29D3-1130E92DC3BA}"/>
              </a:ext>
            </a:extLst>
          </p:cNvPr>
          <p:cNvSpPr/>
          <p:nvPr userDrawn="1"/>
        </p:nvSpPr>
        <p:spPr>
          <a:xfrm>
            <a:off x="7252391" y="1830763"/>
            <a:ext cx="894312" cy="9818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3F39484-5BA7-C08A-B137-4E83B330B6C2}"/>
              </a:ext>
            </a:extLst>
          </p:cNvPr>
          <p:cNvSpPr/>
          <p:nvPr userDrawn="1"/>
        </p:nvSpPr>
        <p:spPr>
          <a:xfrm>
            <a:off x="7252392" y="1830763"/>
            <a:ext cx="894312" cy="788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119E8FE-7C57-3EE8-D106-460EB7AED9D8}"/>
              </a:ext>
            </a:extLst>
          </p:cNvPr>
          <p:cNvSpPr/>
          <p:nvPr userDrawn="1"/>
        </p:nvSpPr>
        <p:spPr>
          <a:xfrm>
            <a:off x="8321423" y="1830763"/>
            <a:ext cx="894312" cy="174112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3B9F3D8-F382-C2A7-0991-206F7FEAC2EF}"/>
              </a:ext>
            </a:extLst>
          </p:cNvPr>
          <p:cNvSpPr/>
          <p:nvPr userDrawn="1"/>
        </p:nvSpPr>
        <p:spPr>
          <a:xfrm>
            <a:off x="8321423" y="1830763"/>
            <a:ext cx="894312" cy="15513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7CA57E-8BFF-501E-DC78-0A5331D20168}"/>
              </a:ext>
            </a:extLst>
          </p:cNvPr>
          <p:cNvSpPr/>
          <p:nvPr userDrawn="1"/>
        </p:nvSpPr>
        <p:spPr>
          <a:xfrm>
            <a:off x="8321423" y="1830763"/>
            <a:ext cx="894312" cy="1361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7C8022F-AA9C-70A2-B089-DB715DF4BF58}"/>
              </a:ext>
            </a:extLst>
          </p:cNvPr>
          <p:cNvSpPr/>
          <p:nvPr userDrawn="1"/>
        </p:nvSpPr>
        <p:spPr>
          <a:xfrm>
            <a:off x="8321423" y="1830763"/>
            <a:ext cx="894312" cy="1171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CA083E5-6EAF-34A5-E87F-3ECD4B4A5312}"/>
              </a:ext>
            </a:extLst>
          </p:cNvPr>
          <p:cNvSpPr/>
          <p:nvPr userDrawn="1"/>
        </p:nvSpPr>
        <p:spPr>
          <a:xfrm>
            <a:off x="8321423" y="1830763"/>
            <a:ext cx="894312" cy="981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BD6F994-EB28-FD8B-E029-09914E186E21}"/>
              </a:ext>
            </a:extLst>
          </p:cNvPr>
          <p:cNvSpPr/>
          <p:nvPr userDrawn="1"/>
        </p:nvSpPr>
        <p:spPr>
          <a:xfrm>
            <a:off x="8321424" y="1830763"/>
            <a:ext cx="894312" cy="7882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E53E707-6763-1413-2E29-38B0E08863B0}"/>
              </a:ext>
            </a:extLst>
          </p:cNvPr>
          <p:cNvSpPr/>
          <p:nvPr userDrawn="1"/>
        </p:nvSpPr>
        <p:spPr>
          <a:xfrm>
            <a:off x="9390455" y="1830763"/>
            <a:ext cx="894312" cy="1741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326D98F-8584-073D-C8E4-F1BC616F9871}"/>
              </a:ext>
            </a:extLst>
          </p:cNvPr>
          <p:cNvSpPr/>
          <p:nvPr userDrawn="1"/>
        </p:nvSpPr>
        <p:spPr>
          <a:xfrm>
            <a:off x="9390455" y="1830763"/>
            <a:ext cx="894312" cy="1551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37E2010-D37A-B1F3-1F45-EE67E6E43F38}"/>
              </a:ext>
            </a:extLst>
          </p:cNvPr>
          <p:cNvSpPr/>
          <p:nvPr userDrawn="1"/>
        </p:nvSpPr>
        <p:spPr>
          <a:xfrm>
            <a:off x="9390455" y="1830763"/>
            <a:ext cx="894312" cy="13614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EC3B587-AD3E-FF4D-F243-1AE94EEB4694}"/>
              </a:ext>
            </a:extLst>
          </p:cNvPr>
          <p:cNvSpPr/>
          <p:nvPr userDrawn="1"/>
        </p:nvSpPr>
        <p:spPr>
          <a:xfrm>
            <a:off x="9390455" y="1830763"/>
            <a:ext cx="894312" cy="1171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0FD079B-1DBC-567A-C96F-4CCE5F723F07}"/>
              </a:ext>
            </a:extLst>
          </p:cNvPr>
          <p:cNvSpPr/>
          <p:nvPr userDrawn="1"/>
        </p:nvSpPr>
        <p:spPr>
          <a:xfrm>
            <a:off x="9390455" y="1830763"/>
            <a:ext cx="894312" cy="981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8BACA5A-8CE7-1D27-F8EF-3D90DA053672}"/>
              </a:ext>
            </a:extLst>
          </p:cNvPr>
          <p:cNvSpPr/>
          <p:nvPr userDrawn="1"/>
        </p:nvSpPr>
        <p:spPr>
          <a:xfrm>
            <a:off x="9390456" y="1830763"/>
            <a:ext cx="894312" cy="7882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6E64901-FDFF-CC38-909B-F6452F4677C2}"/>
              </a:ext>
            </a:extLst>
          </p:cNvPr>
          <p:cNvSpPr/>
          <p:nvPr userDrawn="1"/>
        </p:nvSpPr>
        <p:spPr>
          <a:xfrm>
            <a:off x="10459488" y="1830763"/>
            <a:ext cx="894312" cy="17411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CD2CD29-73BF-91F6-F475-CDE59148E45E}"/>
              </a:ext>
            </a:extLst>
          </p:cNvPr>
          <p:cNvSpPr/>
          <p:nvPr userDrawn="1"/>
        </p:nvSpPr>
        <p:spPr>
          <a:xfrm>
            <a:off x="10459488" y="1830763"/>
            <a:ext cx="894312" cy="15513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398126D-DB49-291B-B9EB-945F34378791}"/>
              </a:ext>
            </a:extLst>
          </p:cNvPr>
          <p:cNvSpPr/>
          <p:nvPr userDrawn="1"/>
        </p:nvSpPr>
        <p:spPr>
          <a:xfrm>
            <a:off x="10459488" y="1830763"/>
            <a:ext cx="894312" cy="13614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40C6CF5-59B2-A6DA-4F2A-D52B9D3F6E1E}"/>
              </a:ext>
            </a:extLst>
          </p:cNvPr>
          <p:cNvSpPr/>
          <p:nvPr userDrawn="1"/>
        </p:nvSpPr>
        <p:spPr>
          <a:xfrm>
            <a:off x="10459488" y="1830763"/>
            <a:ext cx="894312" cy="1171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BD22808-6364-F256-60B6-A1A07E79FE2F}"/>
              </a:ext>
            </a:extLst>
          </p:cNvPr>
          <p:cNvSpPr/>
          <p:nvPr userDrawn="1"/>
        </p:nvSpPr>
        <p:spPr>
          <a:xfrm>
            <a:off x="10459488" y="1830763"/>
            <a:ext cx="894312" cy="9818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C682A51-FB20-666B-4627-A467A6B2E951}"/>
              </a:ext>
            </a:extLst>
          </p:cNvPr>
          <p:cNvSpPr/>
          <p:nvPr userDrawn="1"/>
        </p:nvSpPr>
        <p:spPr>
          <a:xfrm>
            <a:off x="10459487" y="1830763"/>
            <a:ext cx="894312" cy="788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1787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858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presentationgo.com/" TargetMode="Externa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410614-AD67-A1B8-2188-18AA53B1285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48174B-C7A3-7CB0-60BE-F217DB306B75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689C4C-F2D8-275E-34C5-D53400CB0FE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CE954A-C5CF-833F-B550-534A538735A4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7836CFB-B425-F952-7EC0-F257F88D0409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5" name="Shape">
                <a:extLst>
                  <a:ext uri="{FF2B5EF4-FFF2-40B4-BE49-F238E27FC236}">
                    <a16:creationId xmlns:a16="http://schemas.microsoft.com/office/drawing/2014/main" id="{F2DC34CA-2B11-D3D8-1C3E-5C962AD37979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">
                <a:extLst>
                  <a:ext uri="{FF2B5EF4-FFF2-40B4-BE49-F238E27FC236}">
                    <a16:creationId xmlns:a16="http://schemas.microsoft.com/office/drawing/2014/main" id="{55AAA279-AE2A-8A5A-9892-A14475DA3DC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36847CB-A8E6-F01E-04F6-121152D346B3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9" tooltip="PresentationGo!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790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2">
              <a:lumMod val="40000"/>
              <a:lumOff val="6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E5F91A-C045-8080-A0BF-661C8A332F3A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838BA6-0E81-42FC-BA9D-E59707611A82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10A8BD-15E8-E5F8-83B0-B1211BF64F17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6636ED-538E-914B-8011-38A24C8084E4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0567FE-FB45-616B-8180-476C39211726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0" name="Shape">
                <a:extLst>
                  <a:ext uri="{FF2B5EF4-FFF2-40B4-BE49-F238E27FC236}">
                    <a16:creationId xmlns:a16="http://schemas.microsoft.com/office/drawing/2014/main" id="{7BBD3F98-3DE2-A4C3-6723-83DE8ED5042F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5A4ECCA2-E5CC-DD21-DA27-A85F4D398922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537A9-36A4-C362-0176-D7BC8A6F38F7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855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2403" y="222105"/>
            <a:ext cx="7315200" cy="2367799"/>
          </a:xfrm>
        </p:spPr>
        <p:txBody>
          <a:bodyPr>
            <a:noAutofit/>
          </a:bodyPr>
          <a:lstStyle/>
          <a:p>
            <a:r>
              <a:rPr lang="en-US" dirty="0" smtClean="0"/>
              <a:t>Movie Analysis 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2403" y="2755946"/>
            <a:ext cx="7315200" cy="1347307"/>
          </a:xfrm>
        </p:spPr>
        <p:txBody>
          <a:bodyPr/>
          <a:lstStyle/>
          <a:p>
            <a:r>
              <a:rPr lang="en-US" dirty="0" smtClean="0"/>
              <a:t>Gatherings on movies and genres.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2E0B8-7E8C-4D5B-8720-7D6DF57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8D2D0-7ED2-46AF-8889-FC31886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 smtClean="0"/>
              <a:t>Movie Insights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2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INNITIAL SUMMARY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24" y="1376855"/>
            <a:ext cx="11928736" cy="4789437"/>
          </a:xfrm>
        </p:spPr>
        <p:txBody>
          <a:bodyPr>
            <a:normAutofit/>
          </a:bodyPr>
          <a:lstStyle/>
          <a:p>
            <a:r>
              <a:rPr lang="en-US" noProof="1" smtClean="0"/>
              <a:t>The range for the years was between 2010 to 2018.</a:t>
            </a:r>
          </a:p>
          <a:p>
            <a:r>
              <a:rPr lang="en-US" noProof="1" smtClean="0"/>
              <a:t>The runtime mean was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92.92</a:t>
            </a:r>
            <a:r>
              <a:rPr lang="en-US" b="1" noProof="1" smtClean="0"/>
              <a:t> </a:t>
            </a:r>
            <a:r>
              <a:rPr lang="en-US" noProof="1" smtClean="0"/>
              <a:t>minutes, the median was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90</a:t>
            </a:r>
            <a:r>
              <a:rPr lang="en-US" b="1" noProof="1" smtClean="0"/>
              <a:t> </a:t>
            </a:r>
            <a:r>
              <a:rPr lang="en-US" noProof="1" smtClean="0"/>
              <a:t>minutes.</a:t>
            </a:r>
          </a:p>
          <a:p>
            <a:r>
              <a:rPr lang="en-US" noProof="1" smtClean="0"/>
              <a:t>The mean of the average rating was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6.27</a:t>
            </a:r>
            <a:r>
              <a:rPr lang="en-US" noProof="1" smtClean="0"/>
              <a:t>, the median was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6.4</a:t>
            </a:r>
            <a:r>
              <a:rPr lang="en-US" b="1" noProof="1" smtClean="0"/>
              <a:t>.</a:t>
            </a:r>
          </a:p>
          <a:p>
            <a:r>
              <a:rPr lang="en-US" noProof="1" smtClean="0"/>
              <a:t>The most popular genre was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Drama</a:t>
            </a:r>
            <a:r>
              <a:rPr lang="en-US" noProof="1" smtClean="0"/>
              <a:t> with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41844</a:t>
            </a:r>
            <a:r>
              <a:rPr lang="en-US" b="1" noProof="1" smtClean="0"/>
              <a:t> </a:t>
            </a:r>
            <a:r>
              <a:rPr lang="en-US" noProof="1" smtClean="0"/>
              <a:t>movies.</a:t>
            </a:r>
          </a:p>
          <a:p>
            <a:r>
              <a:rPr lang="en-US" noProof="1" smtClean="0"/>
              <a:t>The year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2016 </a:t>
            </a:r>
            <a:r>
              <a:rPr lang="en-US" noProof="1" smtClean="0"/>
              <a:t>had the most number of movies with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12949</a:t>
            </a:r>
            <a:r>
              <a:rPr lang="en-US" noProof="1" smtClean="0"/>
              <a:t> movies in total.</a:t>
            </a:r>
            <a:endParaRPr lang="en-US" b="1" noProof="1"/>
          </a:p>
        </p:txBody>
      </p:sp>
    </p:spTree>
    <p:extLst>
      <p:ext uri="{BB962C8B-B14F-4D97-AF65-F5344CB8AC3E}">
        <p14:creationId xmlns:p14="http://schemas.microsoft.com/office/powerpoint/2010/main" val="1257221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2E0B8-7E8C-4D5B-8720-7D6DF57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8D2D0-7ED2-46AF-8889-FC31886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 smtClean="0"/>
              <a:t>Movie Insights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3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smtClean="0"/>
              <a:t>Relevant Trends</a:t>
            </a:r>
            <a:endParaRPr lang="en-US" b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24" y="1471884"/>
            <a:ext cx="5974976" cy="4789437"/>
          </a:xfrm>
        </p:spPr>
        <p:txBody>
          <a:bodyPr>
            <a:normAutofit/>
          </a:bodyPr>
          <a:lstStyle/>
          <a:p>
            <a:r>
              <a:rPr lang="en-US" noProof="1" smtClean="0"/>
              <a:t>The frequency of ratings was skewed to the slightly to the right.</a:t>
            </a:r>
          </a:p>
          <a:p>
            <a:r>
              <a:rPr lang="en-US" noProof="1" smtClean="0"/>
              <a:t>The graph shows that many movie viewers were rating the movies they watched a </a:t>
            </a:r>
            <a:r>
              <a:rPr lang="en-US" b="1" noProof="1" smtClean="0">
                <a:solidFill>
                  <a:schemeClr val="accent5">
                    <a:lumMod val="75000"/>
                  </a:schemeClr>
                </a:solidFill>
              </a:rPr>
              <a:t>6</a:t>
            </a:r>
            <a:r>
              <a:rPr lang="en-US" b="1" noProof="1" smtClean="0"/>
              <a:t>.</a:t>
            </a:r>
          </a:p>
          <a:p>
            <a:r>
              <a:rPr lang="en-US" noProof="1" smtClean="0"/>
              <a:t>Very few movie watchers rated movies between a 9 and 10 while 0 to 2 was the only one lower than that</a:t>
            </a:r>
          </a:p>
          <a:p>
            <a:endParaRPr lang="en-US" noProof="1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702" y="1471884"/>
            <a:ext cx="5769875" cy="430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04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2E0B8-7E8C-4D5B-8720-7D6DF57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8D2D0-7ED2-46AF-8889-FC31886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 smtClean="0"/>
              <a:t>Movie Insights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4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 smtClean="0"/>
              <a:t>Relevant Trends</a:t>
            </a:r>
            <a:endParaRPr lang="en-US" b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024" y="1471884"/>
            <a:ext cx="5974976" cy="4789437"/>
          </a:xfrm>
        </p:spPr>
        <p:txBody>
          <a:bodyPr>
            <a:normAutofit/>
          </a:bodyPr>
          <a:lstStyle/>
          <a:p>
            <a:r>
              <a:rPr lang="en-US" noProof="1" smtClean="0"/>
              <a:t>Many directors favoured their movies to be between 80 to 90 minutes.</a:t>
            </a:r>
          </a:p>
          <a:p>
            <a:r>
              <a:rPr lang="en-US" noProof="1" smtClean="0"/>
              <a:t>Movies of around 300 movies were negligible.</a:t>
            </a:r>
            <a:endParaRPr lang="en-US" noProof="1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542" y="1275583"/>
            <a:ext cx="5769875" cy="430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964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2E0B8-7E8C-4D5B-8720-7D6DF57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8D2D0-7ED2-46AF-8889-FC31886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 smtClean="0"/>
              <a:t>Movie Insights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Business question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112" y="1471884"/>
            <a:ext cx="5806888" cy="4789437"/>
          </a:xfrm>
        </p:spPr>
        <p:txBody>
          <a:bodyPr>
            <a:normAutofit/>
          </a:bodyPr>
          <a:lstStyle/>
          <a:p>
            <a:r>
              <a:rPr lang="en-US" noProof="1" smtClean="0"/>
              <a:t>Runtime doesn’t affect rating as the points on the scatter plot show that the bulk of the movies do not go over 200minutes and their ratings are evenly spread out.</a:t>
            </a:r>
            <a:endParaRPr lang="en-US" noProof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902" y="1471884"/>
            <a:ext cx="5769875" cy="430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553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3102410-2866-C29F-01E3-E4A815A7FC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06E319-CFF6-47B5-A20A-6B1263E9CF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Elvis </a:t>
            </a:r>
            <a:r>
              <a:rPr lang="en-US" dirty="0" err="1" smtClean="0"/>
              <a:t>Munyao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8D2B60-6EBF-438D-ACDF-B187F77591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+254114446820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543D-C5A6-4D43-B39E-5403AE6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dirty="0" smtClean="0"/>
              <a:t>2026-10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CD98-5237-4EFB-ACE2-3AF54D2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 smtClean="0"/>
              <a:t>Movie Insights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8035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GO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607_T_PGO_DataWave-Insights.pptx" id="{A76777EA-263F-431B-BE19-7E46AADD5840}" vid="{060DF0D5-71AD-45F1-8B96-51563F85C7F8}"/>
    </a:ext>
  </a:extLst>
</a:theme>
</file>

<file path=ppt/theme/theme2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607_T_PGO_DataWave-Insights.pptx" id="{A76777EA-263F-431B-BE19-7E46AADD5840}" vid="{3A75072C-4964-4E10-BC46-B99D090592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0607_T_PGO_DataWave-Insights (1)</Template>
  <TotalTime>105</TotalTime>
  <Words>294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Open Sans</vt:lpstr>
      <vt:lpstr>PresentationGO</vt:lpstr>
      <vt:lpstr>Designed by PresentationGO</vt:lpstr>
      <vt:lpstr>Movie Analysis Insights</vt:lpstr>
      <vt:lpstr>INNITIAL SUMMARY</vt:lpstr>
      <vt:lpstr>Relevant Trends</vt:lpstr>
      <vt:lpstr>Relevant Trends</vt:lpstr>
      <vt:lpstr>Business question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Analysis Insights</dc:title>
  <dc:creator>ADMIN</dc:creator>
  <dc:description>© Copyright PresentationGO.com</dc:description>
  <cp:lastModifiedBy>ADMIN</cp:lastModifiedBy>
  <cp:revision>14</cp:revision>
  <dcterms:created xsi:type="dcterms:W3CDTF">2026-10-24T21:38:58Z</dcterms:created>
  <dcterms:modified xsi:type="dcterms:W3CDTF">2026-10-26T19:41:25Z</dcterms:modified>
  <cp:category>Templates</cp:category>
</cp:coreProperties>
</file>